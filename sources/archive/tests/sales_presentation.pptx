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Performance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H1 2026 | Generated 2026-02-19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731520">
                <a:tc>
                  <a:txBody>
                    <a:bodyPr/>
                    <a:lstStyle/>
                    <a:p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Expenses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Profit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13000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17000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15000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23000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19000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67000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