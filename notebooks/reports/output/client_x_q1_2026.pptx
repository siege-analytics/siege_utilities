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X — Q1 digital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Author: Masai Interactive</a:t>
            </a:r>
          </a:p>
          <a:p>
            <a:pPr>
              <a:defRPr sz="1400"/>
            </a:pPr>
            <a:r>
              <a:t>Client: None</a:t>
            </a:r>
          </a:p>
          <a:p>
            <a:pPr>
              <a:defRPr sz="1400"/>
            </a:pPr>
            <a:r>
              <a:t>Date: April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Site sessions up 22% quarter-over-quarter; organic channel drove most of the gain.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sai_channel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3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219200">
                <a:tc>
                  <a:txBody>
                    <a:bodyPr/>
                    <a:lstStyle/>
                    <a:p>
                      <a: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conv_rate_pct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conv_rate_pct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conv_rate_pct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double-down on organic content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